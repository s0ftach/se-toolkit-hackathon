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🏋️  GymTrack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your workouts, see your progress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017520" y="365760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Sokolova Sofia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365760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sofi.sokolova@innopolis.university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365760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0664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CSE-02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9 — Quiz and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Context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Lab 9 — GymTrack | Sokolova Sofia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2011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and young people who go to the gym regularly and want to track their progress over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280160"/>
            <a:ext cx="54864" cy="2011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9202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track workouts in notes or in their head and lose progress history — they can't see if they're actually improving.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280160"/>
            <a:ext cx="54864" cy="2011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19202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web application where users log exercises via a simple form, and view their personal progress with interactive charts.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Lab 9 — GymTrack | Sokolova Sofia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21945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1 — Core feature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registration/login with JWT auth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exercise sets (exercise, weight, reps)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workout history table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progress chart (weight over time)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Stack: FastAPI, SQLite, Chart.js, HTML/CSS/JS, Docker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1280160"/>
            <a:ext cx="54864" cy="21945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2 — Improvements &amp; polish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reps bar chart alongside weight line chart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workout summary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mobile-friendly design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Single-container deployment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 feedback addressed: removed Telegram bot,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made web app primary client, simplified deployment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31920"/>
            <a:ext cx="54864" cy="16459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aiosqlite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39319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3931920"/>
            <a:ext cx="54864" cy="164592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4480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3 (ACID)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+ Sets tables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volume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9319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0" y="3931920"/>
            <a:ext cx="54864" cy="1645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5320" y="4480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HTML/CSS/JS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4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3-tab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🎬 Demo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Lab 9 — GymTrack | Sokolova Sofia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0" y="1645920"/>
            <a:ext cx="914400" cy="91440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1874520"/>
            <a:ext cx="502920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GymTrack — Video Demonstration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Pre-recorded walkthrough of Version 2 with voice-over (~2 min)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D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account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 + password,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420624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D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4709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Workout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4983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exercise, enter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&amp; reps, save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database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420624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46720" y="4709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Charts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983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line chart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Reps bar chart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Links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Lab 9 — GymTrack | Sokolova Sofia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3200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 GitHub 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https://github.com/s0ftach/se-toolkit-hackathon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 License • Open source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source code, README,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docker-compose.yml, deploy.sh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280160"/>
            <a:ext cx="54864" cy="3200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Deployed Product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http://10.93.25.98/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on university VM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Ubuntu 24.04, Docker Compose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container: FastAPI + SQLite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HTTP port may be blocked from outside university network.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via SSH tunnel:  ssh -L 8080:127.0.0.1:80 root@10.93.25.98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2026-04-05T17:45:53Z</dcterms:created>
  <dcterms:modified xsi:type="dcterms:W3CDTF">2026-04-05T17:45:53Z</dcterms:modified>
</cp:coreProperties>
</file>